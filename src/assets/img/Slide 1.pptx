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1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9144000" cy="5143500"/>
  <p:notesSz cx="6858000" cy="9144000"/>
  <p:embeddedFontLst>
    <p:embeddedFont>
      <p:font typeface="Noto Sans"/>
      <p:regular r:id="rId43"/>
      <p:bold r:id="rId44"/>
      <p:italic r:id="rId45"/>
      <p:boldItalic r:id="rId46"/>
    </p:embeddedFont>
    <p:embeddedFont>
      <p:font typeface="Helvetica Neue"/>
    </p:embeddedFont>
    <p:embeddedFont>
      <p:font typeface="Nixie One"/>
    </p:embeddedFont>
    <p:embeddedFont>
      <p:font typeface="Muli"/>
    </p:embeddedFont>
    <p:embeddedFont>
      <p:font typeface="FreeSans"/>
      <p:regular r:id="rId4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font" Target="fonts/Font_1_Noto_Sans_Regular.fntdata"/><Relationship Id="rId44" Type="http://schemas.openxmlformats.org/officeDocument/2006/relationships/font" Target="fonts/Font_2_Noto_Sans_Bold.fntdata"/><Relationship Id="rId45" Type="http://schemas.openxmlformats.org/officeDocument/2006/relationships/font" Target="fonts/Font_3_Noto_Sans_Italic.fntdata"/><Relationship Id="rId46" Type="http://schemas.openxmlformats.org/officeDocument/2006/relationships/font" Target="fonts/Font_4_Noto_Sans_BoldItalic.fntdata"/><Relationship Id="rId47" Type="http://schemas.openxmlformats.org/officeDocument/2006/relationships/font" Target="fonts/Font_5_FreeSans_Regular.fntdata"/><Relationship Id="rId4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0e2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"/>
          <p:cNvSpPr/>
          <p:nvPr/>
        </p:nvSpPr>
        <p:spPr>
          <a:xfrm flipH="1" rot="10800000">
            <a:off x="3920400" y="3977280"/>
            <a:ext cx="1303200" cy="112788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lin ang="1461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3" name="Shape 10"/>
          <p:cNvSpPr/>
          <p:nvPr/>
        </p:nvSpPr>
        <p:spPr>
          <a:xfrm rot="5400000">
            <a:off x="3809160" y="-80640"/>
            <a:ext cx="1525320" cy="176112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t="0" r="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00040" y="1991880"/>
            <a:ext cx="6343200" cy="115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lang="pt-PT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pt-PT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2"/>
          <p:cNvSpPr/>
          <p:nvPr/>
        </p:nvSpPr>
        <p:spPr>
          <a:xfrm flipH="1" rot="10800000">
            <a:off x="2809440" y="-172440"/>
            <a:ext cx="1111320" cy="961920"/>
          </a:xfrm>
          <a:prstGeom prst="hexagon">
            <a:avLst>
              <a:gd name="adj" fmla="val 28678"/>
              <a:gd name="vf" fmla="val 115470"/>
            </a:avLst>
          </a:prstGeom>
          <a:noFill/>
          <a:ln w="19050">
            <a:solidFill>
              <a:srgbClr val="19b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" name="Shape 13"/>
          <p:cNvSpPr/>
          <p:nvPr/>
        </p:nvSpPr>
        <p:spPr>
          <a:xfrm flipH="1" rot="10800000">
            <a:off x="3602160" y="1360440"/>
            <a:ext cx="493560" cy="42732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" name="Shape 14"/>
          <p:cNvSpPr/>
          <p:nvPr/>
        </p:nvSpPr>
        <p:spPr>
          <a:xfrm flipH="1" rot="10800000">
            <a:off x="5278680" y="855360"/>
            <a:ext cx="944280" cy="817920"/>
          </a:xfrm>
          <a:prstGeom prst="hexagon">
            <a:avLst>
              <a:gd name="adj" fmla="val 28678"/>
              <a:gd name="vf" fmla="val 115470"/>
            </a:avLst>
          </a:prstGeom>
          <a:noFill/>
          <a:ln w="76200">
            <a:solidFill>
              <a:srgbClr val="1847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" name="Shape 15"/>
          <p:cNvSpPr/>
          <p:nvPr/>
        </p:nvSpPr>
        <p:spPr>
          <a:xfrm flipH="1" rot="10800000">
            <a:off x="5365440" y="352440"/>
            <a:ext cx="493560" cy="42696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9" name="Shape 16"/>
          <p:cNvGrpSpPr/>
          <p:nvPr/>
        </p:nvGrpSpPr>
        <p:grpSpPr>
          <a:xfrm>
            <a:off x="5549040" y="1029960"/>
            <a:ext cx="404640" cy="373680"/>
            <a:chOff x="5549040" y="1029960"/>
            <a:chExt cx="404640" cy="373680"/>
          </a:xfrm>
        </p:grpSpPr>
        <p:sp>
          <p:nvSpPr>
            <p:cNvPr id="10" name="Shape 17"/>
            <p:cNvSpPr/>
            <p:nvPr/>
          </p:nvSpPr>
          <p:spPr>
            <a:xfrm>
              <a:off x="5549040" y="1171440"/>
              <a:ext cx="94320" cy="212040"/>
            </a:xfrm>
            <a:custGeom>
              <a:avLst/>
              <a:gdLst/>
              <a:ahLst/>
              <a:rect l="l" t="t" r="r" b="b"/>
              <a:pathLst>
                <a:path w="3933" h="8818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" name="Shape 18"/>
            <p:cNvSpPr/>
            <p:nvPr/>
          </p:nvSpPr>
          <p:spPr>
            <a:xfrm>
              <a:off x="5658120" y="1029960"/>
              <a:ext cx="295560" cy="373680"/>
            </a:xfrm>
            <a:custGeom>
              <a:avLst/>
              <a:gdLst/>
              <a:ahLst/>
              <a:rect l="l" t="t" r="r" b="b"/>
              <a:pathLst>
                <a:path w="12286" h="15534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2" name="Shape 19"/>
          <p:cNvSpPr/>
          <p:nvPr/>
        </p:nvSpPr>
        <p:spPr>
          <a:xfrm>
            <a:off x="3252960" y="113400"/>
            <a:ext cx="224640" cy="389520"/>
          </a:xfrm>
          <a:custGeom>
            <a:avLst/>
            <a:gdLst/>
            <a:ahLst/>
            <a:rect l="l" t="t" r="r" b="b"/>
            <a:pathLst>
              <a:path w="11870" h="20565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13" name="Shape 20"/>
          <p:cNvGrpSpPr/>
          <p:nvPr/>
        </p:nvGrpSpPr>
        <p:grpSpPr>
          <a:xfrm>
            <a:off x="4380480" y="515160"/>
            <a:ext cx="382680" cy="606960"/>
            <a:chOff x="4380480" y="515160"/>
            <a:chExt cx="382680" cy="606960"/>
          </a:xfrm>
        </p:grpSpPr>
        <p:sp>
          <p:nvSpPr>
            <p:cNvPr id="14" name="Shape 21"/>
            <p:cNvSpPr/>
            <p:nvPr/>
          </p:nvSpPr>
          <p:spPr>
            <a:xfrm>
              <a:off x="4495680" y="1044360"/>
              <a:ext cx="152280" cy="33120"/>
            </a:xfrm>
            <a:custGeom>
              <a:avLst/>
              <a:gdLst/>
              <a:ahLst/>
              <a:rect l="l" t="t" r="r" b="b"/>
              <a:pathLst>
                <a:path fill="none" w="4092" h="90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" name="Shape 22"/>
            <p:cNvSpPr/>
            <p:nvPr/>
          </p:nvSpPr>
          <p:spPr>
            <a:xfrm>
              <a:off x="4495680" y="1009800"/>
              <a:ext cx="152280" cy="33120"/>
            </a:xfrm>
            <a:custGeom>
              <a:avLst/>
              <a:gdLst/>
              <a:ahLst/>
              <a:rect l="l" t="t" r="r" b="b"/>
              <a:pathLst>
                <a:path fill="none" w="4092" h="90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" name="Shape 23"/>
            <p:cNvSpPr/>
            <p:nvPr/>
          </p:nvSpPr>
          <p:spPr>
            <a:xfrm>
              <a:off x="4495680" y="1077840"/>
              <a:ext cx="152280" cy="44280"/>
            </a:xfrm>
            <a:custGeom>
              <a:avLst/>
              <a:gdLst/>
              <a:ahLst/>
              <a:rect l="l" t="t" r="r" b="b"/>
              <a:pathLst>
                <a:path fill="none" w="4092" h="1195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" name="Shape 24"/>
            <p:cNvSpPr/>
            <p:nvPr/>
          </p:nvSpPr>
          <p:spPr>
            <a:xfrm>
              <a:off x="4479480" y="724680"/>
              <a:ext cx="52200" cy="248400"/>
            </a:xfrm>
            <a:custGeom>
              <a:avLst/>
              <a:gdLst/>
              <a:ahLst/>
              <a:rect l="l" t="t" r="r" b="b"/>
              <a:pathLst>
                <a:path fill="none" w="1414" h="6675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" name="Shape 25"/>
            <p:cNvSpPr/>
            <p:nvPr/>
          </p:nvSpPr>
          <p:spPr>
            <a:xfrm>
              <a:off x="4380480" y="515160"/>
              <a:ext cx="382680" cy="457920"/>
            </a:xfrm>
            <a:custGeom>
              <a:avLst/>
              <a:gdLst/>
              <a:ahLst/>
              <a:rect l="l" t="t" r="r" b="b"/>
              <a:pathLst>
                <a:path fill="none" w="10278" h="12301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" name="Shape 26"/>
            <p:cNvSpPr/>
            <p:nvPr/>
          </p:nvSpPr>
          <p:spPr>
            <a:xfrm>
              <a:off x="4611960" y="724680"/>
              <a:ext cx="52200" cy="248400"/>
            </a:xfrm>
            <a:custGeom>
              <a:avLst/>
              <a:gdLst/>
              <a:ahLst/>
              <a:rect l="l" t="t" r="r" b="b"/>
              <a:pathLst>
                <a:path fill="none" w="1414" h="6675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" name="Shape 27"/>
            <p:cNvSpPr/>
            <p:nvPr/>
          </p:nvSpPr>
          <p:spPr>
            <a:xfrm>
              <a:off x="4504680" y="715680"/>
              <a:ext cx="133920" cy="28800"/>
            </a:xfrm>
            <a:custGeom>
              <a:avLst/>
              <a:gdLst/>
              <a:ahLst/>
              <a:rect l="l" t="t" r="r" b="b"/>
              <a:pathLst>
                <a:path fill="none" w="3606" h="78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" name="Shape 28"/>
            <p:cNvSpPr/>
            <p:nvPr/>
          </p:nvSpPr>
          <p:spPr>
            <a:xfrm>
              <a:off x="4495680" y="977040"/>
              <a:ext cx="152280" cy="360"/>
            </a:xfrm>
            <a:custGeom>
              <a:avLst/>
              <a:gdLst/>
              <a:ahLst/>
              <a:rect l="l" t="t" r="r" b="b"/>
              <a:pathLst>
                <a:path fill="none" w="4092" h="1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22" name="Shape 29"/>
          <p:cNvGrpSpPr/>
          <p:nvPr/>
        </p:nvGrpSpPr>
        <p:grpSpPr>
          <a:xfrm>
            <a:off x="3199320" y="902880"/>
            <a:ext cx="394560" cy="403200"/>
            <a:chOff x="3199320" y="902880"/>
            <a:chExt cx="394560" cy="403200"/>
          </a:xfrm>
        </p:grpSpPr>
        <p:sp>
          <p:nvSpPr>
            <p:cNvPr id="23" name="Shape 30"/>
            <p:cNvSpPr/>
            <p:nvPr/>
          </p:nvSpPr>
          <p:spPr>
            <a:xfrm>
              <a:off x="3199320" y="902880"/>
              <a:ext cx="304560" cy="304560"/>
            </a:xfrm>
            <a:custGeom>
              <a:avLst/>
              <a:gdLst/>
              <a:ahLst/>
              <a:rect l="l" t="t" r="r" b="b"/>
              <a:pathLst>
                <a:path fill="none" w="12592" h="12593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" name="Shape 31"/>
            <p:cNvSpPr/>
            <p:nvPr/>
          </p:nvSpPr>
          <p:spPr>
            <a:xfrm>
              <a:off x="3234960" y="938160"/>
              <a:ext cx="233640" cy="233640"/>
            </a:xfrm>
            <a:custGeom>
              <a:avLst/>
              <a:gdLst/>
              <a:ahLst/>
              <a:rect l="l" t="t" r="r" b="b"/>
              <a:pathLst>
                <a:path fill="none" w="9670" h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" name="Shape 32"/>
            <p:cNvSpPr/>
            <p:nvPr/>
          </p:nvSpPr>
          <p:spPr>
            <a:xfrm>
              <a:off x="3269520" y="973800"/>
              <a:ext cx="81720" cy="81720"/>
            </a:xfrm>
            <a:custGeom>
              <a:avLst/>
              <a:gdLst/>
              <a:ahLst/>
              <a:rect l="l" t="t" r="r" b="b"/>
              <a:pathLst>
                <a:path fill="none" w="3386" h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6" name="Shape 33"/>
            <p:cNvSpPr/>
            <p:nvPr/>
          </p:nvSpPr>
          <p:spPr>
            <a:xfrm>
              <a:off x="3445200" y="1157760"/>
              <a:ext cx="148680" cy="148320"/>
            </a:xfrm>
            <a:custGeom>
              <a:avLst/>
              <a:gdLst/>
              <a:ahLst/>
              <a:rect l="l" t="t" r="r" b="b"/>
              <a:pathLst>
                <a:path fill="none" w="6162" h="6139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4160" bIns="74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7" name="Shape 34"/>
          <p:cNvSpPr/>
          <p:nvPr/>
        </p:nvSpPr>
        <p:spPr>
          <a:xfrm flipH="1" rot="10800000">
            <a:off x="5010840" y="4577040"/>
            <a:ext cx="1032480" cy="894240"/>
          </a:xfrm>
          <a:prstGeom prst="hexagon">
            <a:avLst>
              <a:gd name="adj" fmla="val 28678"/>
              <a:gd name="vf" fmla="val 115470"/>
            </a:avLst>
          </a:prstGeom>
          <a:noFill/>
          <a:ln w="19050">
            <a:solidFill>
              <a:srgbClr val="184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" name="Shape 35"/>
          <p:cNvSpPr/>
          <p:nvPr/>
        </p:nvSpPr>
        <p:spPr>
          <a:xfrm flipH="1" rot="10800000">
            <a:off x="5133240" y="4056840"/>
            <a:ext cx="539640" cy="46692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9" name="Shape 36"/>
          <p:cNvSpPr/>
          <p:nvPr/>
        </p:nvSpPr>
        <p:spPr>
          <a:xfrm flipH="1" rot="10800000">
            <a:off x="3102120" y="3630240"/>
            <a:ext cx="1032480" cy="89352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" name="Shape 37"/>
          <p:cNvSpPr/>
          <p:nvPr/>
        </p:nvSpPr>
        <p:spPr>
          <a:xfrm flipH="1" rot="10800000">
            <a:off x="3529800" y="4577040"/>
            <a:ext cx="451800" cy="390960"/>
          </a:xfrm>
          <a:prstGeom prst="hexagon">
            <a:avLst>
              <a:gd name="adj" fmla="val 28678"/>
              <a:gd name="vf" fmla="val 115470"/>
            </a:avLst>
          </a:prstGeom>
          <a:noFill/>
          <a:ln w="19050">
            <a:solidFill>
              <a:srgbClr val="00e1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" name="Shape 38"/>
          <p:cNvSpPr/>
          <p:nvPr/>
        </p:nvSpPr>
        <p:spPr>
          <a:xfrm>
            <a:off x="5370840" y="4867920"/>
            <a:ext cx="312120" cy="312120"/>
          </a:xfrm>
          <a:custGeom>
            <a:avLst/>
            <a:gdLst/>
            <a:ahLst/>
            <a:rect l="l" t="t" r="r" b="b"/>
            <a:pathLst>
              <a:path w="17000" h="16999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32" name="Shape 39"/>
          <p:cNvGrpSpPr/>
          <p:nvPr/>
        </p:nvGrpSpPr>
        <p:grpSpPr>
          <a:xfrm>
            <a:off x="5771880" y="4056480"/>
            <a:ext cx="573840" cy="550440"/>
            <a:chOff x="5771880" y="4056480"/>
            <a:chExt cx="573840" cy="550440"/>
          </a:xfrm>
        </p:grpSpPr>
        <p:sp>
          <p:nvSpPr>
            <p:cNvPr id="33" name="Shape 40"/>
            <p:cNvSpPr/>
            <p:nvPr/>
          </p:nvSpPr>
          <p:spPr>
            <a:xfrm>
              <a:off x="6127200" y="4056480"/>
              <a:ext cx="171000" cy="189360"/>
            </a:xfrm>
            <a:custGeom>
              <a:avLst/>
              <a:gdLst/>
              <a:ahLst/>
              <a:rect l="l" t="t" r="r" b="b"/>
              <a:pathLst>
                <a:path w="6449" h="7132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4" name="Shape 41"/>
            <p:cNvSpPr/>
            <p:nvPr/>
          </p:nvSpPr>
          <p:spPr>
            <a:xfrm>
              <a:off x="5867280" y="4084200"/>
              <a:ext cx="136080" cy="157320"/>
            </a:xfrm>
            <a:custGeom>
              <a:avLst/>
              <a:gdLst/>
              <a:ahLst/>
              <a:rect l="l" t="t" r="r" b="b"/>
              <a:pathLst>
                <a:path w="5130" h="5936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5" name="Shape 42"/>
            <p:cNvSpPr/>
            <p:nvPr/>
          </p:nvSpPr>
          <p:spPr>
            <a:xfrm>
              <a:off x="5771880" y="4356360"/>
              <a:ext cx="191160" cy="115920"/>
            </a:xfrm>
            <a:custGeom>
              <a:avLst/>
              <a:gdLst/>
              <a:ahLst/>
              <a:rect l="l" t="t" r="r" b="b"/>
              <a:pathLst>
                <a:path w="7205" h="4373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6" name="Shape 43"/>
            <p:cNvSpPr/>
            <p:nvPr/>
          </p:nvSpPr>
          <p:spPr>
            <a:xfrm>
              <a:off x="6006240" y="4437000"/>
              <a:ext cx="94320" cy="169920"/>
            </a:xfrm>
            <a:custGeom>
              <a:avLst/>
              <a:gdLst/>
              <a:ahLst/>
              <a:rect l="l" t="t" r="r" b="b"/>
              <a:pathLst>
                <a:path w="3567" h="6399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960" bIns="84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7" name="Shape 44"/>
            <p:cNvSpPr/>
            <p:nvPr/>
          </p:nvSpPr>
          <p:spPr>
            <a:xfrm>
              <a:off x="6174000" y="4306320"/>
              <a:ext cx="171720" cy="95040"/>
            </a:xfrm>
            <a:custGeom>
              <a:avLst/>
              <a:gdLst/>
              <a:ahLst/>
              <a:rect l="l" t="t" r="r" b="b"/>
              <a:pathLst>
                <a:path w="6474" h="3591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8" name="Shape 45"/>
            <p:cNvSpPr/>
            <p:nvPr/>
          </p:nvSpPr>
          <p:spPr>
            <a:xfrm>
              <a:off x="5962320" y="4223160"/>
              <a:ext cx="200880" cy="201600"/>
            </a:xfrm>
            <a:custGeom>
              <a:avLst/>
              <a:gdLst/>
              <a:ahLst/>
              <a:rect l="l" t="t" r="r" b="b"/>
              <a:pathLst>
                <a:path w="7572" h="7597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39" name="Shape 46"/>
          <p:cNvSpPr/>
          <p:nvPr/>
        </p:nvSpPr>
        <p:spPr>
          <a:xfrm>
            <a:off x="3429360" y="3904920"/>
            <a:ext cx="377640" cy="343440"/>
          </a:xfrm>
          <a:custGeom>
            <a:avLst/>
            <a:gdLst/>
            <a:ahLst/>
            <a:rect l="l" t="t" r="r" b="b"/>
            <a:pathLst>
              <a:path w="16218" h="14752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0e2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128"/>
          <p:cNvSpPr/>
          <p:nvPr/>
        </p:nvSpPr>
        <p:spPr>
          <a:xfrm flipH="1" rot="10800000">
            <a:off x="7663320" y="3685320"/>
            <a:ext cx="1034280" cy="89532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lin ang="1461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82" name="Shape 129"/>
          <p:cNvSpPr/>
          <p:nvPr/>
        </p:nvSpPr>
        <p:spPr>
          <a:xfrm rot="5400000">
            <a:off x="499680" y="156960"/>
            <a:ext cx="1145520" cy="132300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t="0" r="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732680" y="173556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lang="pt-PT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732680" y="2255040"/>
            <a:ext cx="4943880" cy="16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2"/>
          <p:cNvSpPr/>
          <p:nvPr/>
        </p:nvSpPr>
        <p:spPr>
          <a:xfrm flipH="1" rot="10800000">
            <a:off x="-124200" y="1059120"/>
            <a:ext cx="819720" cy="709920"/>
          </a:xfrm>
          <a:prstGeom prst="hexagon">
            <a:avLst>
              <a:gd name="adj" fmla="val 28678"/>
              <a:gd name="vf" fmla="val 115470"/>
            </a:avLst>
          </a:prstGeom>
          <a:noFill/>
          <a:ln w="9525">
            <a:solidFill>
              <a:srgbClr val="19b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6" name="Shape 133"/>
          <p:cNvSpPr/>
          <p:nvPr/>
        </p:nvSpPr>
        <p:spPr>
          <a:xfrm flipH="1" rot="10800000">
            <a:off x="638640" y="1440360"/>
            <a:ext cx="428400" cy="370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" name="Shape 134"/>
          <p:cNvSpPr/>
          <p:nvPr/>
        </p:nvSpPr>
        <p:spPr>
          <a:xfrm flipH="1" rot="10800000">
            <a:off x="1494720" y="-131040"/>
            <a:ext cx="819720" cy="709920"/>
          </a:xfrm>
          <a:prstGeom prst="hexagon">
            <a:avLst>
              <a:gd name="adj" fmla="val 28678"/>
              <a:gd name="vf" fmla="val 115470"/>
            </a:avLst>
          </a:prstGeom>
          <a:noFill/>
          <a:ln w="76200">
            <a:solidFill>
              <a:srgbClr val="1847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8" name="Shape 135"/>
          <p:cNvSpPr/>
          <p:nvPr/>
        </p:nvSpPr>
        <p:spPr>
          <a:xfrm flipH="1" rot="10800000">
            <a:off x="327960" y="89280"/>
            <a:ext cx="358560" cy="31032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9" name="Shape 136"/>
          <p:cNvSpPr/>
          <p:nvPr/>
        </p:nvSpPr>
        <p:spPr>
          <a:xfrm flipH="1" rot="10800000">
            <a:off x="8486280" y="4231080"/>
            <a:ext cx="819720" cy="709920"/>
          </a:xfrm>
          <a:prstGeom prst="hexagon">
            <a:avLst>
              <a:gd name="adj" fmla="val 28678"/>
              <a:gd name="vf" fmla="val 115470"/>
            </a:avLst>
          </a:prstGeom>
          <a:noFill/>
          <a:ln w="9525">
            <a:solidFill>
              <a:srgbClr val="184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0" name="Shape 137"/>
          <p:cNvSpPr/>
          <p:nvPr/>
        </p:nvSpPr>
        <p:spPr>
          <a:xfrm flipH="1" rot="10800000">
            <a:off x="8125200" y="4615920"/>
            <a:ext cx="428400" cy="370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1" name="Shape 138"/>
          <p:cNvSpPr/>
          <p:nvPr/>
        </p:nvSpPr>
        <p:spPr>
          <a:xfrm flipH="1" rot="10800000">
            <a:off x="7820640" y="2935800"/>
            <a:ext cx="819720" cy="70956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2" name="Shape 139"/>
          <p:cNvSpPr/>
          <p:nvPr/>
        </p:nvSpPr>
        <p:spPr>
          <a:xfrm flipH="1" rot="10800000">
            <a:off x="8487000" y="3512520"/>
            <a:ext cx="358560" cy="310320"/>
          </a:xfrm>
          <a:prstGeom prst="hexagon">
            <a:avLst>
              <a:gd name="adj" fmla="val 28678"/>
              <a:gd name="vf" fmla="val 115470"/>
            </a:avLst>
          </a:prstGeom>
          <a:noFill/>
          <a:ln w="19050">
            <a:solidFill>
              <a:srgbClr val="00e1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93" name="Shape 140"/>
          <p:cNvGrpSpPr/>
          <p:nvPr/>
        </p:nvGrpSpPr>
        <p:grpSpPr>
          <a:xfrm>
            <a:off x="1729800" y="61200"/>
            <a:ext cx="350640" cy="324360"/>
            <a:chOff x="1729800" y="61200"/>
            <a:chExt cx="350640" cy="324360"/>
          </a:xfrm>
        </p:grpSpPr>
        <p:sp>
          <p:nvSpPr>
            <p:cNvPr id="94" name="Shape 141"/>
            <p:cNvSpPr/>
            <p:nvPr/>
          </p:nvSpPr>
          <p:spPr>
            <a:xfrm>
              <a:off x="1729800" y="183960"/>
              <a:ext cx="81720" cy="183960"/>
            </a:xfrm>
            <a:custGeom>
              <a:avLst/>
              <a:gdLst/>
              <a:ahLst/>
              <a:rect l="l" t="t" r="r" b="b"/>
              <a:pathLst>
                <a:path w="3933" h="8818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5" name="Shape 142"/>
            <p:cNvSpPr/>
            <p:nvPr/>
          </p:nvSpPr>
          <p:spPr>
            <a:xfrm>
              <a:off x="1824120" y="61200"/>
              <a:ext cx="256320" cy="324360"/>
            </a:xfrm>
            <a:custGeom>
              <a:avLst/>
              <a:gdLst/>
              <a:ahLst/>
              <a:rect l="l" t="t" r="r" b="b"/>
              <a:pathLst>
                <a:path w="12286" h="15534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96" name="Shape 143"/>
          <p:cNvSpPr/>
          <p:nvPr/>
        </p:nvSpPr>
        <p:spPr>
          <a:xfrm>
            <a:off x="203040" y="1270080"/>
            <a:ext cx="165600" cy="287280"/>
          </a:xfrm>
          <a:custGeom>
            <a:avLst/>
            <a:gdLst/>
            <a:ahLst/>
            <a:rect l="l" t="t" r="r" b="b"/>
            <a:pathLst>
              <a:path w="11870" h="20565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7" name="Shape 144"/>
          <p:cNvSpPr/>
          <p:nvPr/>
        </p:nvSpPr>
        <p:spPr>
          <a:xfrm>
            <a:off x="8772840" y="4461840"/>
            <a:ext cx="247680" cy="247680"/>
          </a:xfrm>
          <a:custGeom>
            <a:avLst/>
            <a:gdLst/>
            <a:ahLst/>
            <a:rect l="l" t="t" r="r" b="b"/>
            <a:pathLst>
              <a:path w="17000" h="16999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98" name="Shape 145"/>
          <p:cNvGrpSpPr/>
          <p:nvPr/>
        </p:nvGrpSpPr>
        <p:grpSpPr>
          <a:xfrm>
            <a:off x="7354080" y="3426840"/>
            <a:ext cx="455040" cy="436680"/>
            <a:chOff x="7354080" y="3426840"/>
            <a:chExt cx="455040" cy="436680"/>
          </a:xfrm>
        </p:grpSpPr>
        <p:sp>
          <p:nvSpPr>
            <p:cNvPr id="99" name="Shape 146"/>
            <p:cNvSpPr/>
            <p:nvPr/>
          </p:nvSpPr>
          <p:spPr>
            <a:xfrm>
              <a:off x="7635960" y="3426840"/>
              <a:ext cx="135720" cy="150120"/>
            </a:xfrm>
            <a:custGeom>
              <a:avLst/>
              <a:gdLst/>
              <a:ahLst/>
              <a:rect l="l" t="t" r="r" b="b"/>
              <a:pathLst>
                <a:path w="6449" h="7132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0" name="Shape 147"/>
            <p:cNvSpPr/>
            <p:nvPr/>
          </p:nvSpPr>
          <p:spPr>
            <a:xfrm>
              <a:off x="7429680" y="3448800"/>
              <a:ext cx="108000" cy="124920"/>
            </a:xfrm>
            <a:custGeom>
              <a:avLst/>
              <a:gdLst/>
              <a:ahLst/>
              <a:rect l="l" t="t" r="r" b="b"/>
              <a:pathLst>
                <a:path w="5130" h="5936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1" name="Shape 148"/>
            <p:cNvSpPr/>
            <p:nvPr/>
          </p:nvSpPr>
          <p:spPr>
            <a:xfrm>
              <a:off x="7354080" y="3664800"/>
              <a:ext cx="151560" cy="91800"/>
            </a:xfrm>
            <a:custGeom>
              <a:avLst/>
              <a:gdLst/>
              <a:ahLst/>
              <a:rect l="l" t="t" r="r" b="b"/>
              <a:pathLst>
                <a:path w="7205" h="4373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2" name="Shape 149"/>
            <p:cNvSpPr/>
            <p:nvPr/>
          </p:nvSpPr>
          <p:spPr>
            <a:xfrm>
              <a:off x="7540200" y="3728880"/>
              <a:ext cx="74880" cy="134640"/>
            </a:xfrm>
            <a:custGeom>
              <a:avLst/>
              <a:gdLst/>
              <a:ahLst/>
              <a:rect l="l" t="t" r="r" b="b"/>
              <a:pathLst>
                <a:path w="3567" h="6399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3" name="Shape 150"/>
            <p:cNvSpPr/>
            <p:nvPr/>
          </p:nvSpPr>
          <p:spPr>
            <a:xfrm>
              <a:off x="7673040" y="3625200"/>
              <a:ext cx="136080" cy="75240"/>
            </a:xfrm>
            <a:custGeom>
              <a:avLst/>
              <a:gdLst/>
              <a:ahLst/>
              <a:rect l="l" t="t" r="r" b="b"/>
              <a:pathLst>
                <a:path w="6474" h="3591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4" name="Shape 151"/>
            <p:cNvSpPr/>
            <p:nvPr/>
          </p:nvSpPr>
          <p:spPr>
            <a:xfrm>
              <a:off x="7504920" y="3559320"/>
              <a:ext cx="159480" cy="159840"/>
            </a:xfrm>
            <a:custGeom>
              <a:avLst/>
              <a:gdLst/>
              <a:ahLst/>
              <a:rect l="l" t="t" r="r" b="b"/>
              <a:pathLst>
                <a:path w="7572" h="7597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920" bIns="79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05" name="Shape 152"/>
          <p:cNvSpPr/>
          <p:nvPr/>
        </p:nvSpPr>
        <p:spPr>
          <a:xfrm>
            <a:off x="8081280" y="3153960"/>
            <a:ext cx="299520" cy="272520"/>
          </a:xfrm>
          <a:custGeom>
            <a:avLst/>
            <a:gdLst/>
            <a:ahLst/>
            <a:rect l="l" t="t" r="r" b="b"/>
            <a:pathLst>
              <a:path w="16218" h="14752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106" name="Shape 153"/>
          <p:cNvGrpSpPr/>
          <p:nvPr/>
        </p:nvGrpSpPr>
        <p:grpSpPr>
          <a:xfrm>
            <a:off x="904320" y="515160"/>
            <a:ext cx="382680" cy="606960"/>
            <a:chOff x="904320" y="515160"/>
            <a:chExt cx="382680" cy="606960"/>
          </a:xfrm>
        </p:grpSpPr>
        <p:sp>
          <p:nvSpPr>
            <p:cNvPr id="107" name="Shape 154"/>
            <p:cNvSpPr/>
            <p:nvPr/>
          </p:nvSpPr>
          <p:spPr>
            <a:xfrm>
              <a:off x="1019520" y="1044360"/>
              <a:ext cx="152280" cy="33120"/>
            </a:xfrm>
            <a:custGeom>
              <a:avLst/>
              <a:gdLst/>
              <a:ahLst/>
              <a:rect l="l" t="t" r="r" b="b"/>
              <a:pathLst>
                <a:path fill="none" w="4092" h="90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8" name="Shape 155"/>
            <p:cNvSpPr/>
            <p:nvPr/>
          </p:nvSpPr>
          <p:spPr>
            <a:xfrm>
              <a:off x="1019520" y="1009800"/>
              <a:ext cx="152280" cy="33120"/>
            </a:xfrm>
            <a:custGeom>
              <a:avLst/>
              <a:gdLst/>
              <a:ahLst/>
              <a:rect l="l" t="t" r="r" b="b"/>
              <a:pathLst>
                <a:path fill="none" w="4092" h="90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9" name="Shape 156"/>
            <p:cNvSpPr/>
            <p:nvPr/>
          </p:nvSpPr>
          <p:spPr>
            <a:xfrm>
              <a:off x="1019520" y="1077840"/>
              <a:ext cx="152280" cy="44280"/>
            </a:xfrm>
            <a:custGeom>
              <a:avLst/>
              <a:gdLst/>
              <a:ahLst/>
              <a:rect l="l" t="t" r="r" b="b"/>
              <a:pathLst>
                <a:path fill="none" w="4092" h="1195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0" name="Shape 157"/>
            <p:cNvSpPr/>
            <p:nvPr/>
          </p:nvSpPr>
          <p:spPr>
            <a:xfrm>
              <a:off x="1003320" y="724680"/>
              <a:ext cx="52200" cy="248400"/>
            </a:xfrm>
            <a:custGeom>
              <a:avLst/>
              <a:gdLst/>
              <a:ahLst/>
              <a:rect l="l" t="t" r="r" b="b"/>
              <a:pathLst>
                <a:path fill="none" w="1414" h="6675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1" name="Shape 158"/>
            <p:cNvSpPr/>
            <p:nvPr/>
          </p:nvSpPr>
          <p:spPr>
            <a:xfrm>
              <a:off x="904320" y="515160"/>
              <a:ext cx="382680" cy="457920"/>
            </a:xfrm>
            <a:custGeom>
              <a:avLst/>
              <a:gdLst/>
              <a:ahLst/>
              <a:rect l="l" t="t" r="r" b="b"/>
              <a:pathLst>
                <a:path fill="none" w="10278" h="12301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2" name="Shape 159"/>
            <p:cNvSpPr/>
            <p:nvPr/>
          </p:nvSpPr>
          <p:spPr>
            <a:xfrm>
              <a:off x="1135800" y="724680"/>
              <a:ext cx="52200" cy="248400"/>
            </a:xfrm>
            <a:custGeom>
              <a:avLst/>
              <a:gdLst/>
              <a:ahLst/>
              <a:rect l="l" t="t" r="r" b="b"/>
              <a:pathLst>
                <a:path fill="none" w="1414" h="6675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3" name="Shape 160"/>
            <p:cNvSpPr/>
            <p:nvPr/>
          </p:nvSpPr>
          <p:spPr>
            <a:xfrm>
              <a:off x="1028520" y="715680"/>
              <a:ext cx="133920" cy="28800"/>
            </a:xfrm>
            <a:custGeom>
              <a:avLst/>
              <a:gdLst/>
              <a:ahLst/>
              <a:rect l="l" t="t" r="r" b="b"/>
              <a:pathLst>
                <a:path fill="none" w="3606" h="78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4" name="Shape 161"/>
            <p:cNvSpPr/>
            <p:nvPr/>
          </p:nvSpPr>
          <p:spPr>
            <a:xfrm>
              <a:off x="1019520" y="977040"/>
              <a:ext cx="152280" cy="360"/>
            </a:xfrm>
            <a:custGeom>
              <a:avLst/>
              <a:gdLst/>
              <a:ahLst/>
              <a:rect l="l" t="t" r="r" b="b"/>
              <a:pathLst>
                <a:path fill="none" w="4092" h="1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w="121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15" name="Shape 162"/>
          <p:cNvGrpSpPr/>
          <p:nvPr/>
        </p:nvGrpSpPr>
        <p:grpSpPr>
          <a:xfrm>
            <a:off x="335880" y="1840680"/>
            <a:ext cx="342360" cy="349560"/>
            <a:chOff x="335880" y="1840680"/>
            <a:chExt cx="342360" cy="349560"/>
          </a:xfrm>
        </p:grpSpPr>
        <p:sp>
          <p:nvSpPr>
            <p:cNvPr id="116" name="Shape 163"/>
            <p:cNvSpPr/>
            <p:nvPr/>
          </p:nvSpPr>
          <p:spPr>
            <a:xfrm>
              <a:off x="335880" y="1840680"/>
              <a:ext cx="264240" cy="264240"/>
            </a:xfrm>
            <a:custGeom>
              <a:avLst/>
              <a:gdLst/>
              <a:ahLst/>
              <a:rect l="l" t="t" r="r" b="b"/>
              <a:pathLst>
                <a:path fill="none" w="12592" h="12593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7" name="Shape 164"/>
            <p:cNvSpPr/>
            <p:nvPr/>
          </p:nvSpPr>
          <p:spPr>
            <a:xfrm>
              <a:off x="366480" y="1871280"/>
              <a:ext cx="202680" cy="202680"/>
            </a:xfrm>
            <a:custGeom>
              <a:avLst/>
              <a:gdLst/>
              <a:ahLst/>
              <a:rect l="l" t="t" r="r" b="b"/>
              <a:pathLst>
                <a:path fill="none" w="9670" h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8" name="Shape 165"/>
            <p:cNvSpPr/>
            <p:nvPr/>
          </p:nvSpPr>
          <p:spPr>
            <a:xfrm>
              <a:off x="396720" y="1901880"/>
              <a:ext cx="70920" cy="70920"/>
            </a:xfrm>
            <a:custGeom>
              <a:avLst/>
              <a:gdLst/>
              <a:ahLst/>
              <a:rect l="l" t="t" r="r" b="b"/>
              <a:pathLst>
                <a:path fill="none" w="3386" h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9" name="Shape 166"/>
            <p:cNvSpPr/>
            <p:nvPr/>
          </p:nvSpPr>
          <p:spPr>
            <a:xfrm>
              <a:off x="549000" y="2061720"/>
              <a:ext cx="129240" cy="128520"/>
            </a:xfrm>
            <a:custGeom>
              <a:avLst/>
              <a:gdLst/>
              <a:ahLst/>
              <a:rect l="l" t="t" r="r" b="b"/>
              <a:pathLst>
                <a:path fill="none" w="6162" h="6139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88"/>
          <p:cNvSpPr/>
          <p:nvPr/>
        </p:nvSpPr>
        <p:spPr>
          <a:xfrm flipH="1" rot="10800000">
            <a:off x="-95400" y="619560"/>
            <a:ext cx="1034280" cy="89532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lin ang="1461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42" name="Shape 89"/>
          <p:cNvSpPr/>
          <p:nvPr/>
        </p:nvSpPr>
        <p:spPr>
          <a:xfrm rot="5400000">
            <a:off x="499680" y="1905120"/>
            <a:ext cx="1145520" cy="132300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t="0" r="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2051280" y="2085480"/>
            <a:ext cx="6282000" cy="8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1"/>
          <p:cNvSpPr/>
          <p:nvPr/>
        </p:nvSpPr>
        <p:spPr>
          <a:xfrm flipH="1" rot="10800000">
            <a:off x="-124200" y="2811600"/>
            <a:ext cx="819720" cy="709920"/>
          </a:xfrm>
          <a:prstGeom prst="hexagon">
            <a:avLst>
              <a:gd name="adj" fmla="val 28678"/>
              <a:gd name="vf" fmla="val 115470"/>
            </a:avLst>
          </a:prstGeom>
          <a:noFill/>
          <a:ln w="9525">
            <a:solidFill>
              <a:srgbClr val="19b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5" name="Shape 92"/>
          <p:cNvSpPr/>
          <p:nvPr/>
        </p:nvSpPr>
        <p:spPr>
          <a:xfrm flipH="1" rot="10800000">
            <a:off x="638640" y="3192840"/>
            <a:ext cx="428400" cy="370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6" name="Shape 93"/>
          <p:cNvSpPr/>
          <p:nvPr/>
        </p:nvSpPr>
        <p:spPr>
          <a:xfrm flipH="1" rot="10800000">
            <a:off x="752040" y="1202040"/>
            <a:ext cx="819720" cy="709920"/>
          </a:xfrm>
          <a:prstGeom prst="hexagon">
            <a:avLst>
              <a:gd name="adj" fmla="val 28678"/>
              <a:gd name="vf" fmla="val 115470"/>
            </a:avLst>
          </a:prstGeom>
          <a:noFill/>
          <a:ln w="76200">
            <a:solidFill>
              <a:srgbClr val="1847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7" name="Shape 94"/>
          <p:cNvSpPr/>
          <p:nvPr/>
        </p:nvSpPr>
        <p:spPr>
          <a:xfrm flipH="1" rot="10800000">
            <a:off x="657360" y="4380480"/>
            <a:ext cx="358560" cy="31032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48" name="Shape 95"/>
          <p:cNvGrpSpPr/>
          <p:nvPr/>
        </p:nvGrpSpPr>
        <p:grpSpPr>
          <a:xfrm>
            <a:off x="986760" y="1394640"/>
            <a:ext cx="351000" cy="324360"/>
            <a:chOff x="986760" y="1394640"/>
            <a:chExt cx="351000" cy="324360"/>
          </a:xfrm>
        </p:grpSpPr>
        <p:sp>
          <p:nvSpPr>
            <p:cNvPr id="49" name="Shape 96"/>
            <p:cNvSpPr/>
            <p:nvPr/>
          </p:nvSpPr>
          <p:spPr>
            <a:xfrm>
              <a:off x="986760" y="1517400"/>
              <a:ext cx="81720" cy="183960"/>
            </a:xfrm>
            <a:custGeom>
              <a:avLst/>
              <a:gdLst/>
              <a:ahLst/>
              <a:rect l="l" t="t" r="r" b="b"/>
              <a:pathLst>
                <a:path w="3933" h="8818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0" name="Shape 97"/>
            <p:cNvSpPr/>
            <p:nvPr/>
          </p:nvSpPr>
          <p:spPr>
            <a:xfrm>
              <a:off x="1081440" y="1394640"/>
              <a:ext cx="256320" cy="324360"/>
            </a:xfrm>
            <a:custGeom>
              <a:avLst/>
              <a:gdLst/>
              <a:ahLst/>
              <a:rect l="l" t="t" r="r" b="b"/>
              <a:pathLst>
                <a:path w="12286" h="15534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51" name="Shape 98"/>
          <p:cNvSpPr/>
          <p:nvPr/>
        </p:nvSpPr>
        <p:spPr>
          <a:xfrm>
            <a:off x="203040" y="3022920"/>
            <a:ext cx="165600" cy="287280"/>
          </a:xfrm>
          <a:custGeom>
            <a:avLst/>
            <a:gdLst/>
            <a:ahLst/>
            <a:rect l="l" t="t" r="r" b="b"/>
            <a:pathLst>
              <a:path w="11870" h="20565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52" name="Shape 99"/>
          <p:cNvGrpSpPr/>
          <p:nvPr/>
        </p:nvGrpSpPr>
        <p:grpSpPr>
          <a:xfrm>
            <a:off x="295560" y="877680"/>
            <a:ext cx="246960" cy="392040"/>
            <a:chOff x="295560" y="877680"/>
            <a:chExt cx="246960" cy="392040"/>
          </a:xfrm>
        </p:grpSpPr>
        <p:sp>
          <p:nvSpPr>
            <p:cNvPr id="53" name="Shape 100"/>
            <p:cNvSpPr/>
            <p:nvPr/>
          </p:nvSpPr>
          <p:spPr>
            <a:xfrm>
              <a:off x="370080" y="1219680"/>
              <a:ext cx="98280" cy="21240"/>
            </a:xfrm>
            <a:custGeom>
              <a:avLst/>
              <a:gdLst/>
              <a:ahLst/>
              <a:rect l="l" t="t" r="r" b="b"/>
              <a:pathLst>
                <a:path fill="none" w="4092" h="90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4" name="Shape 101"/>
            <p:cNvSpPr/>
            <p:nvPr/>
          </p:nvSpPr>
          <p:spPr>
            <a:xfrm>
              <a:off x="370080" y="1197360"/>
              <a:ext cx="98280" cy="21240"/>
            </a:xfrm>
            <a:custGeom>
              <a:avLst/>
              <a:gdLst/>
              <a:ahLst/>
              <a:rect l="l" t="t" r="r" b="b"/>
              <a:pathLst>
                <a:path fill="none" w="4092" h="90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5" name="Shape 102"/>
            <p:cNvSpPr/>
            <p:nvPr/>
          </p:nvSpPr>
          <p:spPr>
            <a:xfrm>
              <a:off x="370080" y="1241280"/>
              <a:ext cx="98280" cy="28440"/>
            </a:xfrm>
            <a:custGeom>
              <a:avLst/>
              <a:gdLst/>
              <a:ahLst/>
              <a:rect l="l" t="t" r="r" b="b"/>
              <a:pathLst>
                <a:path fill="none" w="4092" h="1195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6" name="Shape 103"/>
            <p:cNvSpPr/>
            <p:nvPr/>
          </p:nvSpPr>
          <p:spPr>
            <a:xfrm>
              <a:off x="359640" y="1013040"/>
              <a:ext cx="33840" cy="160200"/>
            </a:xfrm>
            <a:custGeom>
              <a:avLst/>
              <a:gdLst/>
              <a:ahLst/>
              <a:rect l="l" t="t" r="r" b="b"/>
              <a:pathLst>
                <a:path fill="none" w="1414" h="6675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9920" bIns="79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7" name="Shape 104"/>
            <p:cNvSpPr/>
            <p:nvPr/>
          </p:nvSpPr>
          <p:spPr>
            <a:xfrm>
              <a:off x="295560" y="877680"/>
              <a:ext cx="246960" cy="295920"/>
            </a:xfrm>
            <a:custGeom>
              <a:avLst/>
              <a:gdLst/>
              <a:ahLst/>
              <a:rect l="l" t="t" r="r" b="b"/>
              <a:pathLst>
                <a:path fill="none" w="10278" h="12301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8" name="Shape 105"/>
            <p:cNvSpPr/>
            <p:nvPr/>
          </p:nvSpPr>
          <p:spPr>
            <a:xfrm>
              <a:off x="445320" y="1013040"/>
              <a:ext cx="33840" cy="160200"/>
            </a:xfrm>
            <a:custGeom>
              <a:avLst/>
              <a:gdLst/>
              <a:ahLst/>
              <a:rect l="l" t="t" r="r" b="b"/>
              <a:pathLst>
                <a:path fill="none" w="1414" h="6675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9920" bIns="79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9" name="Shape 106"/>
            <p:cNvSpPr/>
            <p:nvPr/>
          </p:nvSpPr>
          <p:spPr>
            <a:xfrm>
              <a:off x="376200" y="1007280"/>
              <a:ext cx="86400" cy="18360"/>
            </a:xfrm>
            <a:custGeom>
              <a:avLst/>
              <a:gdLst/>
              <a:ahLst/>
              <a:rect l="l" t="t" r="r" b="b"/>
              <a:pathLst>
                <a:path fill="none" w="3606" h="78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0" name="Shape 107"/>
            <p:cNvSpPr/>
            <p:nvPr/>
          </p:nvSpPr>
          <p:spPr>
            <a:xfrm>
              <a:off x="370080" y="1176120"/>
              <a:ext cx="98280" cy="360"/>
            </a:xfrm>
            <a:custGeom>
              <a:avLst/>
              <a:gdLst/>
              <a:ahLst/>
              <a:rect l="l" t="t" r="r" b="b"/>
              <a:pathLst>
                <a:path fill="none" w="4092" h="1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w="12175">
              <a:solidFill>
                <a:srgbClr val="19bb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61" name="Shape 108"/>
          <p:cNvGrpSpPr/>
          <p:nvPr/>
        </p:nvGrpSpPr>
        <p:grpSpPr>
          <a:xfrm>
            <a:off x="1229400" y="3310560"/>
            <a:ext cx="342720" cy="349560"/>
            <a:chOff x="1229400" y="3310560"/>
            <a:chExt cx="342720" cy="349560"/>
          </a:xfrm>
        </p:grpSpPr>
        <p:sp>
          <p:nvSpPr>
            <p:cNvPr id="62" name="Shape 109"/>
            <p:cNvSpPr/>
            <p:nvPr/>
          </p:nvSpPr>
          <p:spPr>
            <a:xfrm>
              <a:off x="1229400" y="3310560"/>
              <a:ext cx="264240" cy="264240"/>
            </a:xfrm>
            <a:custGeom>
              <a:avLst/>
              <a:gdLst/>
              <a:ahLst/>
              <a:rect l="l" t="t" r="r" b="b"/>
              <a:pathLst>
                <a:path fill="none" w="12592" h="12593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3" name="Shape 110"/>
            <p:cNvSpPr/>
            <p:nvPr/>
          </p:nvSpPr>
          <p:spPr>
            <a:xfrm>
              <a:off x="1260360" y="3341160"/>
              <a:ext cx="202680" cy="202680"/>
            </a:xfrm>
            <a:custGeom>
              <a:avLst/>
              <a:gdLst/>
              <a:ahLst/>
              <a:rect l="l" t="t" r="r" b="b"/>
              <a:pathLst>
                <a:path fill="none" w="9670" h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4" name="Shape 111"/>
            <p:cNvSpPr/>
            <p:nvPr/>
          </p:nvSpPr>
          <p:spPr>
            <a:xfrm>
              <a:off x="1290240" y="3371760"/>
              <a:ext cx="70920" cy="70920"/>
            </a:xfrm>
            <a:custGeom>
              <a:avLst/>
              <a:gdLst/>
              <a:ahLst/>
              <a:rect l="l" t="t" r="r" b="b"/>
              <a:pathLst>
                <a:path fill="none" w="3386" h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5" name="Shape 112"/>
            <p:cNvSpPr/>
            <p:nvPr/>
          </p:nvSpPr>
          <p:spPr>
            <a:xfrm>
              <a:off x="1442880" y="3531600"/>
              <a:ext cx="129240" cy="128520"/>
            </a:xfrm>
            <a:custGeom>
              <a:avLst/>
              <a:gdLst/>
              <a:ahLst/>
              <a:rect l="l" t="t" r="r" b="b"/>
              <a:pathLst>
                <a:path fill="none" w="6162" h="6139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w="19050">
              <a:solidFill>
                <a:srgbClr val="1847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66" name="Shape 113"/>
          <p:cNvSpPr/>
          <p:nvPr/>
        </p:nvSpPr>
        <p:spPr>
          <a:xfrm flipH="1" rot="10800000">
            <a:off x="542520" y="3612240"/>
            <a:ext cx="819720" cy="709920"/>
          </a:xfrm>
          <a:prstGeom prst="hexagon">
            <a:avLst>
              <a:gd name="adj" fmla="val 28678"/>
              <a:gd name="vf" fmla="val 115470"/>
            </a:avLst>
          </a:prstGeom>
          <a:noFill/>
          <a:ln w="9525">
            <a:solidFill>
              <a:srgbClr val="184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7" name="Shape 114"/>
          <p:cNvSpPr/>
          <p:nvPr/>
        </p:nvSpPr>
        <p:spPr>
          <a:xfrm flipH="1" rot="10800000">
            <a:off x="729360" y="425160"/>
            <a:ext cx="428400" cy="370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" name="Shape 115"/>
          <p:cNvSpPr/>
          <p:nvPr/>
        </p:nvSpPr>
        <p:spPr>
          <a:xfrm flipH="1" rot="10800000">
            <a:off x="-115560" y="3996360"/>
            <a:ext cx="819720" cy="70956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9" name="Shape 116"/>
          <p:cNvSpPr/>
          <p:nvPr/>
        </p:nvSpPr>
        <p:spPr>
          <a:xfrm flipH="1" rot="10800000">
            <a:off x="411480" y="258840"/>
            <a:ext cx="358560" cy="310320"/>
          </a:xfrm>
          <a:prstGeom prst="hexagon">
            <a:avLst>
              <a:gd name="adj" fmla="val 28678"/>
              <a:gd name="vf" fmla="val 115470"/>
            </a:avLst>
          </a:prstGeom>
          <a:noFill/>
          <a:ln w="19050">
            <a:solidFill>
              <a:srgbClr val="00e1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0" name="Shape 117"/>
          <p:cNvSpPr/>
          <p:nvPr/>
        </p:nvSpPr>
        <p:spPr>
          <a:xfrm>
            <a:off x="828720" y="3843360"/>
            <a:ext cx="247680" cy="247680"/>
          </a:xfrm>
          <a:custGeom>
            <a:avLst/>
            <a:gdLst/>
            <a:ahLst/>
            <a:rect l="l" t="t" r="r" b="b"/>
            <a:pathLst>
              <a:path w="17000" h="16999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grpSp>
        <p:nvGrpSpPr>
          <p:cNvPr id="71" name="Shape 118"/>
          <p:cNvGrpSpPr/>
          <p:nvPr/>
        </p:nvGrpSpPr>
        <p:grpSpPr>
          <a:xfrm>
            <a:off x="66960" y="1681560"/>
            <a:ext cx="455040" cy="436680"/>
            <a:chOff x="66960" y="1681560"/>
            <a:chExt cx="455040" cy="436680"/>
          </a:xfrm>
        </p:grpSpPr>
        <p:sp>
          <p:nvSpPr>
            <p:cNvPr id="72" name="Shape 119"/>
            <p:cNvSpPr/>
            <p:nvPr/>
          </p:nvSpPr>
          <p:spPr>
            <a:xfrm>
              <a:off x="348840" y="1681560"/>
              <a:ext cx="135720" cy="150120"/>
            </a:xfrm>
            <a:custGeom>
              <a:avLst/>
              <a:gdLst/>
              <a:ahLst/>
              <a:rect l="l" t="t" r="r" b="b"/>
              <a:pathLst>
                <a:path w="6449" h="7132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3" name="Shape 120"/>
            <p:cNvSpPr/>
            <p:nvPr/>
          </p:nvSpPr>
          <p:spPr>
            <a:xfrm>
              <a:off x="142920" y="1703880"/>
              <a:ext cx="108000" cy="124920"/>
            </a:xfrm>
            <a:custGeom>
              <a:avLst/>
              <a:gdLst/>
              <a:ahLst/>
              <a:rect l="l" t="t" r="r" b="b"/>
              <a:pathLst>
                <a:path w="5130" h="5936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4" name="Shape 121"/>
            <p:cNvSpPr/>
            <p:nvPr/>
          </p:nvSpPr>
          <p:spPr>
            <a:xfrm>
              <a:off x="66960" y="1919880"/>
              <a:ext cx="151560" cy="91800"/>
            </a:xfrm>
            <a:custGeom>
              <a:avLst/>
              <a:gdLst/>
              <a:ahLst/>
              <a:rect l="l" t="t" r="r" b="b"/>
              <a:pathLst>
                <a:path w="7205" h="4373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5" name="Shape 122"/>
            <p:cNvSpPr/>
            <p:nvPr/>
          </p:nvSpPr>
          <p:spPr>
            <a:xfrm>
              <a:off x="253080" y="1983600"/>
              <a:ext cx="74880" cy="134640"/>
            </a:xfrm>
            <a:custGeom>
              <a:avLst/>
              <a:gdLst/>
              <a:ahLst/>
              <a:rect l="l" t="t" r="r" b="b"/>
              <a:pathLst>
                <a:path w="3567" h="6399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320" bIns="67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6" name="Shape 123"/>
            <p:cNvSpPr/>
            <p:nvPr/>
          </p:nvSpPr>
          <p:spPr>
            <a:xfrm>
              <a:off x="385920" y="1880280"/>
              <a:ext cx="136080" cy="75240"/>
            </a:xfrm>
            <a:custGeom>
              <a:avLst/>
              <a:gdLst/>
              <a:ahLst/>
              <a:rect l="l" t="t" r="r" b="b"/>
              <a:pathLst>
                <a:path w="6474" h="3591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7" name="Shape 124"/>
            <p:cNvSpPr/>
            <p:nvPr/>
          </p:nvSpPr>
          <p:spPr>
            <a:xfrm>
              <a:off x="218160" y="1814040"/>
              <a:ext cx="159480" cy="159840"/>
            </a:xfrm>
            <a:custGeom>
              <a:avLst/>
              <a:gdLst/>
              <a:ahLst/>
              <a:rect l="l" t="t" r="r" b="b"/>
              <a:pathLst>
                <a:path w="7572" h="7597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920" bIns="79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78" name="Shape 125"/>
          <p:cNvSpPr/>
          <p:nvPr/>
        </p:nvSpPr>
        <p:spPr>
          <a:xfrm>
            <a:off x="145080" y="4214520"/>
            <a:ext cx="299520" cy="272520"/>
          </a:xfrm>
          <a:custGeom>
            <a:avLst/>
            <a:gdLst/>
            <a:ahLst/>
            <a:rect l="l" t="t" r="r" b="b"/>
            <a:pathLst>
              <a:path w="16218" h="14752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9" name="Shape 126"/>
          <p:cNvSpPr/>
          <p:nvPr/>
        </p:nvSpPr>
        <p:spPr>
          <a:xfrm>
            <a:off x="93960" y="1929600"/>
            <a:ext cx="195696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" sz="12000" b="0" u="none" strike="noStrike">
                <a:solidFill>
                  <a:srgbClr val="ffffff"/>
                </a:solidFill>
                <a:effectLst/>
                <a:uFillTx/>
                <a:latin typeface="Nixie One"/>
                <a:ea typeface="Nixie One"/>
              </a:rPr>
              <a:t>“</a:t>
            </a:r>
            <a:endParaRPr lang="pt-PT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315"/>
          <p:cNvSpPr/>
          <p:nvPr/>
        </p:nvSpPr>
        <p:spPr>
          <a:xfrm flipH="1" rot="10800000">
            <a:off x="8218800" y="4122000"/>
            <a:ext cx="684720" cy="59292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lin ang="1461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121" name="Shape 316"/>
          <p:cNvSpPr/>
          <p:nvPr/>
        </p:nvSpPr>
        <p:spPr>
          <a:xfrm rot="5400000">
            <a:off x="388800" y="105120"/>
            <a:ext cx="943920" cy="108972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t="0" r="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122" name="Shape 317"/>
          <p:cNvSpPr/>
          <p:nvPr/>
        </p:nvSpPr>
        <p:spPr>
          <a:xfrm flipH="1" rot="10800000">
            <a:off x="-123480" y="848160"/>
            <a:ext cx="673920" cy="583920"/>
          </a:xfrm>
          <a:prstGeom prst="hexagon">
            <a:avLst>
              <a:gd name="adj" fmla="val 28678"/>
              <a:gd name="vf" fmla="val 115470"/>
            </a:avLst>
          </a:prstGeom>
          <a:noFill/>
          <a:ln w="9525">
            <a:solidFill>
              <a:srgbClr val="19b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3" name="Shape 318"/>
          <p:cNvSpPr/>
          <p:nvPr/>
        </p:nvSpPr>
        <p:spPr>
          <a:xfrm flipH="1" rot="10800000">
            <a:off x="502920" y="1162080"/>
            <a:ext cx="352440" cy="30492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4" name="Shape 319"/>
          <p:cNvSpPr/>
          <p:nvPr/>
        </p:nvSpPr>
        <p:spPr>
          <a:xfrm flipH="1" rot="10800000">
            <a:off x="1208880" y="-131040"/>
            <a:ext cx="673920" cy="583920"/>
          </a:xfrm>
          <a:prstGeom prst="hexagon">
            <a:avLst>
              <a:gd name="adj" fmla="val 28678"/>
              <a:gd name="vf" fmla="val 115470"/>
            </a:avLst>
          </a:prstGeom>
          <a:noFill/>
          <a:ln w="76200">
            <a:solidFill>
              <a:srgbClr val="1847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5" name="Shape 320"/>
          <p:cNvSpPr/>
          <p:nvPr/>
        </p:nvSpPr>
        <p:spPr>
          <a:xfrm flipH="1" rot="10800000">
            <a:off x="247320" y="50040"/>
            <a:ext cx="294840" cy="25524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5320" bIns="853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6" name="Shape 321"/>
          <p:cNvSpPr/>
          <p:nvPr/>
        </p:nvSpPr>
        <p:spPr>
          <a:xfrm flipH="1" rot="10800000">
            <a:off x="8763480" y="4486320"/>
            <a:ext cx="542520" cy="470160"/>
          </a:xfrm>
          <a:prstGeom prst="hexagon">
            <a:avLst>
              <a:gd name="adj" fmla="val 28678"/>
              <a:gd name="vf" fmla="val 115470"/>
            </a:avLst>
          </a:prstGeom>
          <a:noFill/>
          <a:ln w="9525">
            <a:solidFill>
              <a:srgbClr val="1847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7" name="Shape 322"/>
          <p:cNvSpPr/>
          <p:nvPr/>
        </p:nvSpPr>
        <p:spPr>
          <a:xfrm flipH="1" rot="10800000">
            <a:off x="8524080" y="4741200"/>
            <a:ext cx="283680" cy="24552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2080" bIns="82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8" name="Shape 323"/>
          <p:cNvSpPr/>
          <p:nvPr/>
        </p:nvSpPr>
        <p:spPr>
          <a:xfrm flipH="1" rot="10800000">
            <a:off x="8322480" y="3628440"/>
            <a:ext cx="542520" cy="46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9" name="Shape 324"/>
          <p:cNvSpPr/>
          <p:nvPr/>
        </p:nvSpPr>
        <p:spPr>
          <a:xfrm flipH="1" rot="10800000">
            <a:off x="8763120" y="4010040"/>
            <a:ext cx="237240" cy="205560"/>
          </a:xfrm>
          <a:prstGeom prst="hexagon">
            <a:avLst>
              <a:gd name="adj" fmla="val 28678"/>
              <a:gd name="vf" fmla="val 115470"/>
            </a:avLst>
          </a:prstGeom>
          <a:noFill/>
          <a:ln w="19050">
            <a:solidFill>
              <a:srgbClr val="00e1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hyperlink" Target="https://www.linkedin.com/in/dandga/" TargetMode="External"/><Relationship Id="rId2" Type="http://schemas.openxmlformats.org/officeDocument/2006/relationships/hyperlink" Target="mailto:dan.dga@hotmail.com" TargetMode="External"/><Relationship Id="rId3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36800" y="1807920"/>
            <a:ext cx="8870400" cy="17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48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Sistema Operacional Linux</a:t>
            </a:r>
            <a:br>
              <a:rPr sz="4800"/>
            </a:br>
            <a:r>
              <a:rPr lang="en" sz="48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Pessela Makana</a:t>
            </a:r>
            <a:endParaRPr lang="pt-PT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440000" y="280440"/>
            <a:ext cx="4368960" cy="6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6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Whom am I</a:t>
            </a:r>
            <a:endParaRPr lang="pt-PT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743040" y="950400"/>
            <a:ext cx="7454880" cy="336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36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Pessela Makana- Fredy</a:t>
            </a:r>
            <a:endParaRPr lang="pt-PT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Formado em Informática (SmartBits)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Licenciando em Ciencia da Computação  (IMETRO)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Licenciando em Análise e Desenvolvimento de Sistemas (AIEC)</a:t>
            </a:r>
            <a:endParaRPr lang="pt-PT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PT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Diversas Certificações em IT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PT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Redes de Computador e Administração (CCNA1-3), Segurança de Electrónica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PT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Windows Server e Linux Server , IA Hacking e Hacking Investigator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PT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Computer Cloud, Habilidade e Hardware e Hacking Hardware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PT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Desenvolvidor de Soft c# , VBA e Excel e Web , Wordpress e Designer,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PT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HelpDesk, Microsoft 365,  e outra habilidades e </a:t>
            </a:r>
            <a:r>
              <a:rPr lang="pt-PT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Analise Forense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Frequentando a Formação de Cyber na Solyd.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426400" y="2642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40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Conteúdo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764360" y="909360"/>
            <a:ext cx="5508720" cy="381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Fundamentos de Sistemas Operacionais;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Kernel Linux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Padrão dos Diretórios em sistemas operacionais Linux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Navegação em Diretórios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Manipulação de Diretórios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Manipulação de Arquivos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2426400" y="2642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32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Sistemas Operacionais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764360" y="909360"/>
            <a:ext cx="5508720" cy="381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Sistema operacional pode ser definido como um conjunto de programas que possuem a função de gerenciar os recursos do sistema, definindo assim quem receberá atenção dos recursos gerenciados por ele.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Em uma visão de cima para baixo o sistema operacional faz a interface intermediária entre os programas que rodam na máquina.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426400" y="2642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40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Linux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764360" y="909360"/>
            <a:ext cx="5508720" cy="381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Linux é todo sistema operacional que utiliza uma Kernel Linux.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Linus Torvalds inspirado no sistema Minix criou um código fonte e o disponibilizou para que qualquer pessoa possa utilizar, estudar, modificar e distribuir. Atualmente o Linux se encontra sobre proteção da licença GPLv2.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/>
          </p:nvPr>
        </p:nvSpPr>
        <p:spPr>
          <a:xfrm>
            <a:off x="1893240" y="564120"/>
            <a:ext cx="6282000" cy="401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7632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Algumas distribuições Linux: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Wingdings" charset="2"/>
              <a:buChar char=""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Arch Linux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Wingdings" charset="2"/>
              <a:buChar char=""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CentOs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Wingdings" charset="2"/>
              <a:buChar char=""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Debian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Wingdings" charset="2"/>
              <a:buChar char=""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Fedora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Wingdings" charset="2"/>
              <a:buChar char=""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Linux Mint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Wingdings" charset="2"/>
              <a:buChar char=""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openSUSE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Wingdings" charset="2"/>
              <a:buChar char=""/>
              <a:tabLst>
                <a:tab algn="l" pos="0"/>
              </a:tabLst>
            </a:pPr>
            <a:r>
              <a:rPr lang="pt-BR" sz="2400" b="1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Ubuntu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426400" y="2642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40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Kernel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764360" y="909360"/>
            <a:ext cx="5508720" cy="381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Kernel é uma palavra inglesa que significa "núcleo". Em Informática, o núcleo é a parte principal do sistema operativo do computador. A função do núcleo do sistema é conectar o sotware ao hardware, estabelecendo uma comunicação eficaz entre os recursos do sistema.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A arquitetura do núcleo de um sistema pode ser monolítico, híbrido ou micronúcleo.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1769040" y="787320"/>
            <a:ext cx="5515560" cy="415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Monolítico: os controladores de dispositivos e as extensões de núcleo são executadas no espaço de núcleo, com acesso completo ao hardware.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01"/>
              </a:spcBef>
              <a:buNone/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Híbrido: é essencialmente um micronúcleo e tem um código ("não essencial") no espaço do núcleo para que as operações executadas sejam mais rápidas.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01"/>
              </a:spcBef>
              <a:buNone/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Micronúcleo: alguns processos são executados no núcleo e os restantes são executados no espaço do usuário.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O Linux é um software livre e portável, com a vantagem de funcionar em dezenas de plataformas, desde os supercomputadores IBM aos dispositivos móveis, smartphones ou iPod. O sistema operativo Linux possui um núcleo monolítico.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Imagem 4" descr="Uma imagem contendo céu, relógio, objeto&#10;&#10;Descrição gerada com alta confiança"/>
          <p:cNvPicPr/>
          <p:nvPr/>
        </p:nvPicPr>
        <p:blipFill>
          <a:blip r:embed="rId1"/>
          <a:stretch/>
        </p:blipFill>
        <p:spPr>
          <a:xfrm>
            <a:off x="2422080" y="875160"/>
            <a:ext cx="4299120" cy="339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426400" y="2642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24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Hierarquia Padrão dos Diretórios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764360" y="909360"/>
            <a:ext cx="5508720" cy="3819960"/>
          </a:xfrm>
          <a:prstGeom prst="rect">
            <a:avLst/>
          </a:prstGeom>
          <a:blipFill rotWithShape="0">
            <a:blip r:embed="rId1"/>
            <a:stretch>
              <a:fillRect l="-3" r="-3" b="-5428"/>
            </a:stretch>
          </a:blip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Muli"/>
                <a:ea typeface="Muli"/>
              </a:rPr>
              <a:t> 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/>
          </p:nvPr>
        </p:nvSpPr>
        <p:spPr>
          <a:xfrm>
            <a:off x="1893240" y="564120"/>
            <a:ext cx="6282000" cy="401472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Nixie One"/>
              <a:buChar char="◇"/>
            </a:pPr>
            <a:r>
              <a:rPr lang="pt-BR" sz="2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Nixie One"/>
                <a:ea typeface="Nixie One"/>
              </a:rPr>
              <a:t> 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732680" y="173556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MAN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1732680" y="2255040"/>
            <a:ext cx="4943880" cy="16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O comando man retorna o manual do comando quando disponível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man [comando]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/>
          </p:nvPr>
        </p:nvSpPr>
        <p:spPr>
          <a:xfrm>
            <a:off x="2051280" y="2085480"/>
            <a:ext cx="6282000" cy="8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7632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Movendo-se entre diretórios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732680" y="173556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PWD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1732680" y="2255040"/>
            <a:ext cx="4943880" cy="16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O comando PWD serve para mostrar o diretório atual, em qual nós nos encontramos. Muito útil quando nos movemos para diversos diretórios em sequencia.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pwd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732680" y="58320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LS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732680" y="1228320"/>
            <a:ext cx="4943880" cy="3712680"/>
          </a:xfrm>
          <a:prstGeom prst="rect">
            <a:avLst/>
          </a:prstGeom>
          <a:blipFill rotWithShape="0">
            <a:blip r:embed="rId1"/>
            <a:stretch>
              <a:fillRect t="-4" r="-371" b="-4"/>
            </a:stretch>
          </a:blip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Muli"/>
                <a:ea typeface="Muli"/>
              </a:rPr>
              <a:t> 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/>
          </p:nvPr>
        </p:nvSpPr>
        <p:spPr>
          <a:xfrm>
            <a:off x="1732680" y="2255040"/>
            <a:ext cx="4943880" cy="1659600"/>
          </a:xfrm>
          <a:prstGeom prst="rect">
            <a:avLst/>
          </a:prstGeom>
          <a:blipFill rotWithShape="0">
            <a:blip r:embed="rId1"/>
            <a:stretch>
              <a:fillRect t="-10" r="-371" b="-10"/>
            </a:stretch>
          </a:blip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Muli"/>
                <a:ea typeface="Muli"/>
              </a:rPr>
              <a:t> 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732680" y="58320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Cores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732680" y="1228320"/>
            <a:ext cx="4943880" cy="3712680"/>
          </a:xfrm>
          <a:prstGeom prst="rect">
            <a:avLst/>
          </a:prstGeom>
          <a:blipFill rotWithShape="0">
            <a:blip r:embed="rId1"/>
            <a:stretch>
              <a:fillRect t="-4" r="-371" b="-4"/>
            </a:stretch>
          </a:blip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Muli"/>
                <a:ea typeface="Muli"/>
              </a:rPr>
              <a:t> 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CD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Muli"/>
                <a:ea typeface="Muli"/>
              </a:rPr>
              <a:t> 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2051280" y="2085480"/>
            <a:ext cx="6282000" cy="8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7632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Manipulando diretório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MKDIR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O comando mkdir (make directory) é utilizado para criar um diretório no local atual ou em outro diretório que você deseje.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mkdir [parâmetros] [diretório]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RMDIR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O comando rmdir (remove directory) é utilizado para excluir um diretório no local atual ou em outro diretório que você deseje.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rmdir [parâmetros] [diretório]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/>
          </p:nvPr>
        </p:nvSpPr>
        <p:spPr>
          <a:xfrm>
            <a:off x="2051280" y="2085480"/>
            <a:ext cx="6282000" cy="8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7632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Manipulando arquivos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CAT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Serve para concatenar, unir arquivos e imprimir na tela.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cat [parâmetros] [arquivo]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Para sobrescrever o conteúdo de um arquivo com o de outro arquivo utiliza-se da seguinte forma: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cat arquivo_original &gt; arquivo_sobrescrito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TAC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Mesma função do comando cat, mas agora ele irá ler o arquivo de baixo para cima.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tac [parâmetros] [arquivo]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TOUCH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Cria arquivos vazios, altera data do ultimo acesso e/ou data de modificação: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touch [parâmetros] [arquivo]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Parâmetros: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-a → Altera apenas a data do ultimo acesso;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-c → Não cria qualquer arquivo;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-m → Altera apenas a data de modificação do arquivo;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-t [[CC]YY]MMDDhhmm[.ss] → Define o tempo a ser utilizado em vez do tempo atual.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CP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Serve para copiar arquivos e diretórios, essa cópia pode ter o mesmo nome ou qualquer outro nome que desejar.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cp [parâmetros] [origem] [destino]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Parâmetros: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-b → Gera uma cópia de segurança de o arquivos de destino já existir;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-f → Substitui o arquivo existentes sem pedir permissão;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-i → Pede permissão antes de substituir arquivos existentes;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-l → Cria um link para o arquivo de origem ao invés de copiar o arquivo.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1732680" y="1889280"/>
            <a:ext cx="4943880" cy="239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-r → Copia arquivos e subdiretórios;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-u → Copia apenas quando o arquivo de origem é mais novo do que o arquivo de destino ou quando o arquivo de destino não existe;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-v → Lista os arquivos copiados;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RM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O comando rm é utilizado para excluir arquivos e diretórios.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rm [parâmetros] [arquivo/diretório]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-f → Apaga sem pedir confirmação;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-i → Apaga após pedir confirmação;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-r → Apaga os arquivos e subdiretórios existentes;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-v → Lista todos os arquivos deletados.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LN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Cria links direto e simbólicos com arquivos;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ln [parâmetros] [arquivo] [nome]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-d → Cria uma ligação direta;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-l → Cria um ligação para um link simbólico;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-s → Cria uma ligação simbólica;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-v → Lista todos os arquivos deletados.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FILE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Exibe o tipo de arquivo.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file [arquivo]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HEAD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Comando que faz a leitura do arquivo de cima para baixo, mostrando algumas partes do texto.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head [parâmetros] [arquivo]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-c → mostra uma quantidade de bytes do arquivo.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-n [num] → mostra um número definido de linhas do arquivo;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 f → Continua a ler o arquivo idefinidademente.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TAIL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Comando que faz a leitura do arquivo de baixo para cima, mostrando algumas partes do texto.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head [parâmetros] [arquivo]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-c → mostra uma quantidade de bytes do arquivo.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-n [num] → mostra um número definido de linhas do arquivo;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 v → mostra o cabeçalho do arquivo;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/>
          </p:nvPr>
        </p:nvSpPr>
        <p:spPr>
          <a:xfrm>
            <a:off x="2051280" y="2085480"/>
            <a:ext cx="6282000" cy="8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Nixie One"/>
              <a:buChar char="◇"/>
            </a:pPr>
            <a:r>
              <a:rPr lang="pt-BR" sz="2400" b="0" u="none" strike="noStrike">
                <a:solidFill>
                  <a:srgbClr val="c6daec"/>
                </a:solidFill>
                <a:effectLst/>
                <a:uFillTx/>
                <a:latin typeface="Nixie One"/>
                <a:ea typeface="Nixie One"/>
              </a:rPr>
              <a:t>Comandos de Busca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FIND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Comando capaz de buscar arquivos e diretórios dentro do sistema: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find [opção] [caminho] [expressão] [ações]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WHEREIS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Faz uma busca e encontra os arquivos binários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whereis [parâmetros] [aplicação]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-b → Procura binários que são executáveis;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-B → Limita os lugares que o comando busca os binários;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-u → Procura por entradas não visuais;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-m → Procura por sessões de manuais, as man pages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732680" y="79704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t-BR" sz="4000" b="0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WHICH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1732680" y="1398960"/>
            <a:ext cx="494388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39680" indent="0" algn="just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Igual o comando whereis, mas só exibe o caminho completo do binário.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which [parâmetros] [aplicação]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542"/>
          <p:cNvSpPr/>
          <p:nvPr/>
        </p:nvSpPr>
        <p:spPr>
          <a:xfrm rot="16200000">
            <a:off x="1249560" y="653760"/>
            <a:ext cx="1027440" cy="1118160"/>
          </a:xfrm>
          <a:custGeom>
            <a:avLst/>
            <a:gdLst/>
            <a:ahLst/>
            <a:rect l="l" t="t" r="r" b="b"/>
            <a:pathLst>
              <a:path w="120000" h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 rotWithShape="0"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t="0" r="0" b="10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pt-PT" sz="3200" b="0" u="none" strike="noStrike">
              <a:solidFill>
                <a:srgbClr val="ffffff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579400" y="52920"/>
            <a:ext cx="4561920" cy="115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8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Obrigado!</a:t>
            </a:r>
            <a:endParaRPr lang="pt-PT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2579400" y="1212480"/>
            <a:ext cx="5565600" cy="373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Onde você pode me encontrar: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1" u="sng" strike="noStrike">
                <a:solidFill>
                  <a:srgbClr val="1155cc"/>
                </a:solidFill>
                <a:effectLst/>
                <a:uFillTx/>
                <a:latin typeface="Muli"/>
                <a:ea typeface="Muli"/>
                <a:hlinkClick r:id="rId1"/>
              </a:rPr>
              <a:t>https://www.linkedin.com/in/dandga/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spcBef>
                <a:spcPts val="601"/>
              </a:spcBef>
              <a:buClr>
                <a:srgbClr val="19bbd5"/>
              </a:buClr>
              <a:buFont typeface="Muli"/>
              <a:buChar char="◇"/>
              <a:tabLst>
                <a:tab algn="l" pos="0"/>
              </a:tabLst>
            </a:pPr>
            <a:r>
              <a:rPr lang="pt-BR" sz="1400" b="1" u="sng" strike="noStrike">
                <a:solidFill>
                  <a:srgbClr val="1155cc"/>
                </a:solidFill>
                <a:effectLst/>
                <a:uFillTx/>
                <a:latin typeface="Muli"/>
                <a:ea typeface="Muli"/>
                <a:hlinkClick r:id="rId2"/>
              </a:rPr>
              <a:t>dan.dga@hotmail.com</a:t>
            </a: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45"/>
          <p:cNvSpPr/>
          <p:nvPr/>
        </p:nvSpPr>
        <p:spPr>
          <a:xfrm>
            <a:off x="1461240" y="907200"/>
            <a:ext cx="604440" cy="610200"/>
          </a:xfrm>
          <a:custGeom>
            <a:avLst/>
            <a:gdLst/>
            <a:ahLst/>
            <a:rect l="l" t="t" r="r" b="b"/>
            <a:pathLst>
              <a:path w="15290" h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005920" y="726480"/>
            <a:ext cx="4943880" cy="6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1" u="none" strike="noStrike">
                <a:solidFill>
                  <a:srgbClr val="19bbd5"/>
                </a:solidFill>
                <a:effectLst/>
                <a:uFillTx/>
                <a:latin typeface="Nixie One"/>
                <a:ea typeface="Nixie One"/>
              </a:rPr>
              <a:t>Referências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2005920" y="1371960"/>
            <a:ext cx="5277240" cy="347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Guia Foca Linux - http://www.guiafoca.org/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pt-BR" sz="1400" b="1" u="none" strike="noStrike">
                <a:solidFill>
                  <a:srgbClr val="c6daec"/>
                </a:solidFill>
                <a:effectLst/>
                <a:uFillTx/>
                <a:latin typeface="Muli"/>
                <a:ea typeface="Muli"/>
              </a:rPr>
              <a:t>SempreUPdate - https://sempreupdate.com.br/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mogen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mogen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mogen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1882</TotalTime>
  <Application>LibreOffice/25.8.4.2$Linux_X86_64 LibreOffice_project/580$Build-2</Application>
  <AppVersion>15.0000</AppVersion>
  <Words>1537</Words>
  <Paragraphs>174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oCanabrava</dc:creator>
  <dc:description/>
  <dc:language>pt-PT</dc:language>
  <cp:lastModifiedBy/>
  <dcterms:modified xsi:type="dcterms:W3CDTF">2026-03-13T13:10:37Z</dcterms:modified>
  <cp:revision>34</cp:revision>
  <dc:subject/>
  <dc:title>Título Prof.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39</vt:i4>
  </property>
</Properties>
</file>